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CHURN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5146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One Metric.
One Definition.
One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Board Presentation  |  Definition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Approvata: 28 aprile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40 dashboard  ·  3 BI tools  ·  4 risposte diverse per la stessa domanda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La soluzione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Una definizione canonica versioned, un motore di calcolo auditabile
e un'unica dashboard come source of truth per VP, CS, Finance e 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Scenario 04  | 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Stessa domanda, 4 risposte: «qual è il churn rate di Q2 2025?»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VP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7F0E"/>
                </a:solidFill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Logo churn
(senza downgrade)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6517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CS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77B4"/>
                </a:solidFill>
              </a:rPr>
              <a:t>2.4%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CS-accountable
(escluse bankruptcies)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6517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62728"/>
                </a:solidFill>
              </a:rPr>
              <a:t>5.8%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nMRR grezzo
(con 340 duplicati CRM)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188720"/>
            <a:ext cx="26517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188720"/>
            <a:ext cx="2651760" cy="7315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CA02C"/>
                </a:solidFill>
              </a:rPr>
              <a:t>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nMRR canonical
(D4, senza duplicati)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74552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5300"/>
                </a:solidFill>
              </a:rPr>
              <a:t>⚠  Il 5.8% presentato al board in Q2 2025 era un bug: 340 eventi duplicati da una retry storm del CRM. Il valore corretto (canonical D4) era 2.1%. La rettifica non è mai stata emessa.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REQUISITI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Cosa voleva ogni stakeholder — e dove si contraddicevano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VP Sales &amp;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Churn rate logocentrico (clienti persi, non €). Vuole il toggle CS-accountable.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CS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Escludere bankruptcies e M&amp;A dal suo KPI. Save reversal entro 30gg = non churn.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Finance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nMRR normalizzato (annuali ÷12). Micro-contratti &lt;€200/m esclusi dall'headline.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54864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Data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Definizione versionata, auditabile, con boundary cases espliciti e test automatici.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1792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12 punti di disaccordo risolti → 1 documento di definizione approvato da tutti e 4  |  v1.0 — 28 apr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DEFINIZIONE CANONICA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Ogni soglia è numerica. Nessun termine vago.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Formula 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nMRR Lost  ÷  nMRR Active (inizio periodo)  ×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36576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Data canonica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01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contract_end_date  — non cancellation_date, non last_login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05456"/>
            <a:ext cx="36576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9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nMRR normalizzazione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59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Contratti annuali ÷ 12  — nessun picco a scadenza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36576" cy="4114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181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Micro-contratti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18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&lt; €200/mese  → esclusi dall'headline, tracciati in micro_churn_rate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22192"/>
            <a:ext cx="36576" cy="4114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Contraction/downgrade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76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Conta se delta ≥ €50  E  ≥ 10% del nMRR precedente (doppia soglia)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36576" cy="4114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Save reversal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Riattivazione entro 30 giorni da contract_end_date  → churn annullato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56048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38928"/>
            <a:ext cx="36576" cy="4114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93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Grace post-rinnovo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093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Cancellazione entro 14 giorni da rinnovo automatico  → refund, non churn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14416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797296"/>
            <a:ext cx="36576" cy="41148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515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Pausa contrattuale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7515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At-risk fino a 90 giorni. Dopo → churn automatico (pause_expiry)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72784"/>
            <a:ext cx="11274552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ARCHITETTURA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Tre layer indipendenti — dati, calcolo, presentazione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 CSV sintetici con noise iniettato
340 duplicati CRM · timezone mismatch · segment errors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FastAPI + Pydantic  |  calculator.py
18 unit test · ogni risultato tagged definition_version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4747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474720" cy="5486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</a:rP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Streamlit dashboard  +  NL eval harness
Plotly charts · Claude tool use · 20 golden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834640"/>
            <a:ext cx="32004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834640"/>
            <a:ext cx="32004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Ogni ChurnResult porta: definition_version · period_start · period_end · window · segment_filter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2103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Unit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87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18 / 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5303520"/>
            <a:ext cx="2103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2" y="5413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Golden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5687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20 / 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9744" y="5303520"/>
            <a:ext cx="2103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5413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5687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86016" y="5303520"/>
            <a:ext cx="2103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5413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Refusal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6" y="5687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2288" y="5303520"/>
            <a:ext cx="2103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5413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False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5687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RICONCILIAZIONE STORICA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 anni · 4 definizioni · 1 verità canonica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D0  2021–2023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07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Logo churn puro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Underestimates revenue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7455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D1  Q2–Q4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67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Logo + downgrade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Metodo cambiato con nuovo CFO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1127455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27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D2  2024–Q1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27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nMRR grezzo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272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Miglioramento reale, ma senza normalizzazione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40"/>
            <a:ext cx="1127455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54864" cy="7772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87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D3  Q2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87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nMRR + duplicati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87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BUG: 5.8% invece di 2.1% — +3.7pp falsi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1127455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47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D4  v1.0 canonica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047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nMRR normalizzato, 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474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Definizione approvata — retroattiva su 5 anni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97880"/>
            <a:ext cx="1127455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1081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2728"/>
                </a:solidFill>
              </a:rPr>
              <a:t>❌  Q2 2025: il board ha visto 5.8%.  Il valore corretto era 2.1%.  Delta: +3.7pp.  Causa: 340 eventi duplicati da retry storm CRM.  Rettifica formale da emettere.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LA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Single source of truth — sostituisce 40 dashboard su 3 BI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nMRR 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77B4"/>
                </a:solidFill>
              </a:rPr>
              <a:t>0.19%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MRR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77B4"/>
                </a:solidFill>
              </a:rPr>
              <a:t>€2.446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9664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MRR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77B4"/>
                </a:solidFill>
              </a:rPr>
              <a:t>€1.313.020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Logo Churn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77B4"/>
                </a:solidFill>
              </a:rPr>
              <a:t>0.31%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CS Saves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097280"/>
            <a:ext cx="18288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207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nMRR rischio 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€0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7744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Vista Financial / Contractual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Toggle tra nMRR e logo churn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Window: Monthly · R30 · R90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97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Flessibilità temporale senza ricalcolo manuale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5468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54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Filtro segmento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74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Enterprise · Mid-market · SMB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5468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154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Toggle CS-accountable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74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Esclude bankruptcies e M&amp;A dal KPI 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Contratti a rischio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51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Scadenza ≤90gg con risk score e CSM owner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93192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Export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51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Tutti i periodi del trend con definition_version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0916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Glossario inline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Definizione v1.0 sempre visibile, con data approvazione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709160"/>
            <a:ext cx="54864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Storico 5 anni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Confronto D0→D4 con annotazioni sui cambi di metodo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NL EVAL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Claude risponde a domande sul churn rate con tool use — 20 golden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Target: &gt; 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Refusal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727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Target: &gt; 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98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False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Target: &lt; 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18872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298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Overall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57276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A02C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29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Target: &gt; 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Distribuzione per tipo  (20 domande totali)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658368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0266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answerable  (4)  —  Lookup metriche con get_metric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493776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3685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comparison  (3)  —  Confronto periodi e segmenti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88536"/>
            <a:ext cx="8229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43434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definition  (5)  —  Regole e soglie della definizione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46904"/>
            <a:ext cx="493776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0017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edge_case  (3)  —  Boundary cases (grace period, micro, save)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05272"/>
            <a:ext cx="8229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66013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refusal  (5)  —  Rifiuto corretto (forecast, PII, out-of-range)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4552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Tool use: get_metric · compare_periods · list_definitions · explain_calculation  |  Prompt caching sul system prompt  |  Agentic loop max 5 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Dalla demo alla produzione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Rettifica formale Q2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Emettere la nota al board: churn reale 2.1%, non 5.8%. Aggiornare i verbali.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1234440"/>
            <a:ext cx="1371600" cy="32004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Immediato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Deploy su server interno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Containerizzare con Docker, deploy su infrastruttura aziendale. Accesso via browser, nessuna installazione per il CFO.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0" y="2240280"/>
            <a:ext cx="1371600" cy="3200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 settimane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Connessione DB di produzione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Sostituire i CSV con lettura diretta dal warehouse. Mantenere data_loader.py come unico punto di accesso ai dati.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3246120"/>
            <a:ext cx="1371600" cy="3200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mese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Definizione v1.1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26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Revisione annuale: aggiornare DEFINITION_VERSION nel codice. Footer e glossario si aggiornano automaticamente.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4251960"/>
            <a:ext cx="1371600" cy="3200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4279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Apr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Deprecazione dashboard legacy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532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Dopo 30 giorni di run parallelo, disattivare i 40 dashboard esistenti. Comunicare a tutti i team il nuovo URL unico.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5257800"/>
            <a:ext cx="1371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5285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 mesi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